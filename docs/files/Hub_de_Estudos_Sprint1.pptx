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66344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1316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 ·  SPRINT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de Estudos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centralizar estudos, dúvidas e monitoria do curso de Ciência da Computação.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343400"/>
            <a:ext cx="3840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4526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Victor  ·  Lucas Coelho  ·  Gustavo Martins  ·  Gustavo Alckmin  ·  Henrique Temponi  ·  Guilherme Lino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Marcos André Silveira Kutova   ·   PUC Minas — ICEI   ·   Ciência da Computação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 de estudo existem — Canvas, biblioteca, IA — mas estão dispersas e mal indexadas. O aluno perde tempo e desiste ao procurar informação confiável e específica.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4937760" cy="2651760"/>
          </a:xfrm>
          <a:prstGeom prst="roundRect">
            <a:avLst>
              <a:gd name="adj" fmla="val 3103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3611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976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com mais frequência é o estresse de pesquisar, a demora da demanda.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23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· 5º período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417320"/>
            <a:ext cx="55778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417320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58191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IA encontra e fala sobre, só que não é uma resposta esclarecedora.”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963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· 2º período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3044952"/>
            <a:ext cx="55778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3044952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320954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“Só descobri um livro essencial por indicação direta da professora.”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1239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qualitativa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4672584"/>
            <a:ext cx="55778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4672584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483717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“Muito volume de informação; filtrar tudo pra achar o que interessa demanda tempo.”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57515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problema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USUÁRIOS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quem estamos resolvendo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38728" cy="4297680"/>
          </a:xfrm>
          <a:prstGeom prst="roundRect">
            <a:avLst>
              <a:gd name="adj" fmla="val 232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6816" y="1920240"/>
            <a:ext cx="914400" cy="91440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56816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923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0156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Aluno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73936" y="3840480"/>
            <a:ext cx="12801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02336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na prática e com agenda apertada. Quer tudo centralizado e menos tempo caçando material.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52544" y="1600200"/>
            <a:ext cx="3538728" cy="4297680"/>
          </a:xfrm>
          <a:prstGeom prst="roundRect">
            <a:avLst>
              <a:gd name="adj" fmla="val 232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9202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99923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Lucas Andrade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40156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Monitor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3840480"/>
            <a:ext cx="12801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402336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colegas e valoriza dados. Precisa enxergar os gargalos da turma para repassar aos professores.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65008" y="1600200"/>
            <a:ext cx="3538728" cy="4297680"/>
          </a:xfrm>
          <a:prstGeom prst="roundRect">
            <a:avLst>
              <a:gd name="adj" fmla="val 232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81744" y="1920240"/>
            <a:ext cx="914400" cy="91440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81744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299923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Camila Luzia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340156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Estagiária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98864" y="3840480"/>
            <a:ext cx="12801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85048" y="402336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informação validada. Usa IA como triagem, não como resposta final.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— Hub de Estudos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único lugar — buscável e validado — para estudar, tirar dúvidas e acompanhar a turma.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B3A5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0175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990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Centralização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474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de estudo, monitoria e recursos do curso reunidos num só lugar.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B3A5B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0175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990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por palavra-chave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474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conteúdo específico mesmo quando o título não deixa explícito.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B3A5B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5029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001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por IA + monitor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486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filtra a dúvida; quando não basta, escala para um monitor humano.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47091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B3A5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5029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5001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para o professor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5486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dúvidas viram dados consolidados da turma em relatórios.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plataforma entrega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38528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centralizado de estudos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762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publicados por alunos, monitores e professores, filtráveis por disciplina.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5544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02552" y="1810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830568" y="1938528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palavra-chave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1762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conteúdos específicos além do que está no título.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27832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838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3611880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00200" y="3410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por IA e pedido de ajuda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4962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dúvidas comuns e encaminha ao monitor quando necessário.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227832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2552" y="34838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6830568" y="3611880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06640" y="3410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no próprio site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84962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direta para fixar o conteúdo, sem sair da plataforma.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901184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51572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" y="5285232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600200" y="5084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consolidadas + relatório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5229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dos gargalos da turma e relatório para o professor.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46520" y="4901184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02552" y="51572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6830568" y="5285232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06640" y="5084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Calendário, mensagens e avisos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55229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importados do Canvas, chat da turma e notificações.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USUÁRIO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5F8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pesquisa por palavra-chave no catálogo.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273552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38728" y="187452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5F8FB"/>
          </a:solidFill>
          <a:ln/>
        </p:spPr>
      </p:sp>
      <p:sp>
        <p:nvSpPr>
          <p:cNvPr id="11" name="Shape 9"/>
          <p:cNvSpPr/>
          <p:nvPr/>
        </p:nvSpPr>
        <p:spPr>
          <a:xfrm>
            <a:off x="3858768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876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por 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filtra e sugere conteúdos e respostas.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37376" y="187452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5F8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57416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5741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Ajuda do monitor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resolveu, a dúvida escala para um monitor.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070848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36024" y="187452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5F8FB"/>
          </a:solidFill>
          <a:ln/>
        </p:spPr>
      </p:sp>
      <p:sp>
        <p:nvSpPr>
          <p:cNvPr id="23" name="Shape 21"/>
          <p:cNvSpPr/>
          <p:nvPr/>
        </p:nvSpPr>
        <p:spPr>
          <a:xfrm>
            <a:off x="9656064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5606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610344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da turma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10344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dúvida vira relatório consolidado para o professor.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880360" y="48920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63240" y="4892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o catálogo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48920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71032" y="4892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Estuda, comenta e pede ajuda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95944" y="48920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878824" y="4892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Professor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 vê relatórios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Telas e protótipo navegável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EEF3F8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5" name="Image 0" descr="telas/d01-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664208"/>
            <a:ext cx="5221224" cy="1929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2160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— catálogo e busca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46520" y="15544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EEF3F8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8" name="Image 1" descr="telas/d06-0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56248" y="1664208"/>
            <a:ext cx="5221224" cy="19293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46520" y="372160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integrado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420624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EEF3F8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11" name="Image 2" descr="telas/d08-10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" y="4315968"/>
            <a:ext cx="5221224" cy="19293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0080" y="637336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 monitoria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46520" y="420624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EEF3F8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14" name="Image 3" descr="telas/d10-1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56248" y="4315968"/>
            <a:ext cx="5221224" cy="19293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46520" y="637336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&amp; Feedback da turma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TÉCNICOS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foi construído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226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padrão web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5000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em HTML, CSS e JavaScript, responsiva e leve para computadores antigos.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8928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226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874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navegável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5000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no GitHub Pages, com fluxo real por perfil e por tela.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502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226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931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 de dados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0740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 guarda usuários, conteúdos, dúvidas e mensagens.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9502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226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931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do domínio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40740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da monitoria das 8h às 22h e priorização de fontes confiáveis.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resolve o problema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510235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60020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Hub de Estudos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286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dispersa em vários canais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2286000"/>
            <a:ext cx="510235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6832" y="259689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22860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reunido em um só lugar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3218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fraca, presa a títulos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3218688"/>
            <a:ext cx="510235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6832" y="352958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321868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palavra-chave no conteúdo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151376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415137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genérica que não conclui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4151376"/>
            <a:ext cx="510235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6832" y="446227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0" y="41513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triagem + monitor humano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084064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50840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sem visão da turma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46520" y="5084064"/>
            <a:ext cx="510235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56832" y="539496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0" y="50840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dos gargalos da turma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Sprint 1 entregou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usuários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854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qualitativas e highlights com alunos do curso.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/>
        </p:spPr>
      </p:sp>
      <p:sp>
        <p:nvSpPr>
          <p:cNvPr id="10" name="Shape 8"/>
          <p:cNvSpPr/>
          <p:nvPr/>
        </p:nvSpPr>
        <p:spPr>
          <a:xfrm>
            <a:off x="6720840" y="18745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7830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CSD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854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Certezas, suposições e dúvidas + mapa de stakeholders.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27832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50215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107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 proposta de valor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130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perfis e o mapa de ganhos e dores.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227832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350215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4107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e requisitos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8130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e requisitos funcionais e não funcionais.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5546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512978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03834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 protótipo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4406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desktop e mobile e protótipo navegável.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46520" y="485546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/>
        </p:spPr>
      </p:sp>
      <p:sp>
        <p:nvSpPr>
          <p:cNvPr id="30" name="Shape 28"/>
          <p:cNvSpPr/>
          <p:nvPr/>
        </p:nvSpPr>
        <p:spPr>
          <a:xfrm>
            <a:off x="6720840" y="512978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2084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3834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dados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54406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conceitual das principais entidades do sistema.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e protótipo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documentação da Sprint 1 está versionada no GitHub. O protótipo pode ser navegado direto no navegador.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5400000">
              <a:srgbClr val="9AA7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788920"/>
            <a:ext cx="685800" cy="68580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788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no GitHub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github.com/ICEI-PUC-Minas-CC-TI/Projeto_HUB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237744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5F8FB"/>
          </a:solidFill>
          <a:ln/>
          <a:effectLst>
            <a:outerShdw sx="100000" sy="100000" kx="0" ky="0" algn="bl" rotWithShape="0" blurRad="76200" dist="25400" dir="5400000">
              <a:srgbClr val="9AA7B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2788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2788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navegável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mavilaa.github.io/hub-estudos-prototipo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via Canvas em arquivo .ZIP gerado a partir do repositório da equipe.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2286000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Estudos  ·  Trabalho Interdisciplinar 2  ·  Sprint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343400"/>
            <a:ext cx="11460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Victor  ·  Lucas Coelho  ·  Gustavo Martins  ·  Gustavo Alckmin  ·  Henrique Temponi  ·  Guilherme Lino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Marcos André Silveira Kutova  ·  PUC Minas — ICEI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Grupo Hub de Estudos</dc:creator>
  <cp:lastModifiedBy>Grupo Hub de Estudos</cp:lastModifiedBy>
  <cp:revision>1</cp:revision>
  <dcterms:created xsi:type="dcterms:W3CDTF">2026-09-19T01:36:05Z</dcterms:created>
  <dcterms:modified xsi:type="dcterms:W3CDTF">2026-09-19T01:36:05Z</dcterms:modified>
</cp:coreProperties>
</file>